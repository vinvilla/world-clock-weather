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2011680"/>
            <a:ext cx="94457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Clock &amp; Weather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324612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time, weather, and solar data — personalized for your cities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594360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6459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474720" cy="2103120"/>
          </a:xfrm>
          <a:prstGeom prst="roundRect">
            <a:avLst>
              <a:gd name="adj" fmla="val 6522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64008" cy="2103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Time Awareness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35915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clocks for any city, any timezone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69664" y="1097280"/>
            <a:ext cx="3474720" cy="2103120"/>
          </a:xfrm>
          <a:prstGeom prst="roundRect">
            <a:avLst>
              <a:gd name="adj" fmla="val 6522"/>
            </a:avLst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4169664" y="1097280"/>
            <a:ext cx="64008" cy="2103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352544" y="13258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🌤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352544" y="19202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Weather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52544" y="235915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conditions and temperature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82128" y="1097280"/>
            <a:ext cx="3474720" cy="2103120"/>
          </a:xfrm>
          <a:prstGeom prst="roundRect">
            <a:avLst>
              <a:gd name="adj" fmla="val 6522"/>
            </a:avLst>
          </a:prstGeom>
          <a:solidFill>
            <a:srgbClr val="F3F4F6"/>
          </a:solidFill>
          <a:ln/>
        </p:spPr>
      </p:sp>
      <p:sp>
        <p:nvSpPr>
          <p:cNvPr id="15" name="Shape 13"/>
          <p:cNvSpPr/>
          <p:nvPr/>
        </p:nvSpPr>
        <p:spPr>
          <a:xfrm>
            <a:off x="7882128" y="1097280"/>
            <a:ext cx="64008" cy="21031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8065008" y="13258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🌓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065008" y="19202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&amp; Moon Tracking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65008" y="235915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Sunrise, sunset, and moon phase data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3474720" cy="2103120"/>
          </a:xfrm>
          <a:prstGeom prst="roundRect">
            <a:avLst>
              <a:gd name="adj" fmla="val 6522"/>
            </a:avLst>
          </a:prstGeom>
          <a:solidFill>
            <a:srgbClr val="F3F4F6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474720"/>
            <a:ext cx="64008" cy="2103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7033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40080" y="42976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Accounts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473659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login and city list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69664" y="3474720"/>
            <a:ext cx="3474720" cy="2103120"/>
          </a:xfrm>
          <a:prstGeom prst="roundRect">
            <a:avLst>
              <a:gd name="adj" fmla="val 6522"/>
            </a:avLst>
          </a:prstGeom>
          <a:solidFill>
            <a:srgbClr val="F3F4F6"/>
          </a:solidFill>
          <a:ln/>
        </p:spPr>
      </p:sp>
      <p:sp>
        <p:nvSpPr>
          <p:cNvPr id="25" name="Shape 23"/>
          <p:cNvSpPr/>
          <p:nvPr/>
        </p:nvSpPr>
        <p:spPr>
          <a:xfrm>
            <a:off x="4169664" y="3474720"/>
            <a:ext cx="64008" cy="21031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4352544" y="37033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352544" y="42976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Management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352544" y="473659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and remove cities on the fly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882128" y="3474720"/>
            <a:ext cx="3474720" cy="2103120"/>
          </a:xfrm>
          <a:prstGeom prst="roundRect">
            <a:avLst>
              <a:gd name="adj" fmla="val 6522"/>
            </a:avLst>
          </a:prstGeom>
          <a:solidFill>
            <a:srgbClr val="F3F4F6"/>
          </a:solidFill>
          <a:ln/>
        </p:spPr>
      </p:sp>
      <p:sp>
        <p:nvSpPr>
          <p:cNvPr id="30" name="Shape 28"/>
          <p:cNvSpPr/>
          <p:nvPr/>
        </p:nvSpPr>
        <p:spPr>
          <a:xfrm>
            <a:off x="7882128" y="3474720"/>
            <a:ext cx="64008" cy="21031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1" name="Text 29"/>
          <p:cNvSpPr/>
          <p:nvPr/>
        </p:nvSpPr>
        <p:spPr>
          <a:xfrm>
            <a:off x="8065008" y="37033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8065008" y="42976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065008" y="473659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questions, search, and summarize weather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Global Time Awareness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20116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5120640" cy="9601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5120640" cy="502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097280"/>
            <a:ext cx="4791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City Clock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435608"/>
            <a:ext cx="4791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see the exact time in any city, updated every second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109728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Live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5120640" cy="9601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2103120"/>
            <a:ext cx="5120640" cy="502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2194560"/>
            <a:ext cx="4791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&amp; Date Display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2532888"/>
            <a:ext cx="4791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see the weekday and full date at a glance for each city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219456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Live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5120640" cy="9601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3200400"/>
            <a:ext cx="5120640" cy="502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291840"/>
            <a:ext cx="4791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Timeline Bar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" y="3630168"/>
            <a:ext cx="4791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see all your cities laid out on a single GMT axis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329184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Live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4297680"/>
            <a:ext cx="5120640" cy="9601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" y="4297680"/>
            <a:ext cx="5120640" cy="502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" y="4389120"/>
            <a:ext cx="4791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Time Tooltip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0352" y="4727448"/>
            <a:ext cx="4791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hover the timeline to see the local time at any longitude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438912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Live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17920" y="1005840"/>
            <a:ext cx="5577840" cy="5394960"/>
          </a:xfrm>
          <a:prstGeom prst="rect">
            <a:avLst/>
          </a:prstGeom>
          <a:solidFill>
            <a:srgbClr val="F9FAFB"/>
          </a:solidFill>
          <a:ln w="19050">
            <a:solidFill>
              <a:srgbClr val="E5E7EB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217920" y="100584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Lo-fi Mockup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492240" y="146304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E5E7EB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153619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92240" y="1847088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08:42 AM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366760" y="146304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E5E7EB"/>
          </a:solidFill>
          <a:ln/>
        </p:spPr>
      </p:sp>
      <p:sp>
        <p:nvSpPr>
          <p:cNvPr id="30" name="Text 28"/>
          <p:cNvSpPr/>
          <p:nvPr/>
        </p:nvSpPr>
        <p:spPr>
          <a:xfrm>
            <a:off x="8366760" y="153619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366760" y="1847088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01:42 PM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0241280" y="146304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E5E7EB"/>
          </a:solidFill>
          <a:ln/>
        </p:spPr>
      </p:sp>
      <p:sp>
        <p:nvSpPr>
          <p:cNvPr id="33" name="Text 31"/>
          <p:cNvSpPr/>
          <p:nvPr/>
        </p:nvSpPr>
        <p:spPr>
          <a:xfrm>
            <a:off x="10241280" y="153619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241280" y="1847088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07:12 PM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492240" y="2834640"/>
            <a:ext cx="5394960" cy="32004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6" name="Text 34"/>
          <p:cNvSpPr/>
          <p:nvPr/>
        </p:nvSpPr>
        <p:spPr>
          <a:xfrm>
            <a:off x="6492240" y="28346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GMT  -12 ─────────────── 0 ─────────────── +14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7178040" y="2743200"/>
            <a:ext cx="0" cy="50292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95160" y="257860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8732520" y="2743200"/>
            <a:ext cx="0" cy="50292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49640" y="257860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LDN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11155680" y="2743200"/>
            <a:ext cx="0" cy="50292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972800" y="257860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SGP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🌤  Live Weather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20116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5120640" cy="9601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5120640" cy="502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097280"/>
            <a:ext cx="4791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Temperature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435608"/>
            <a:ext cx="4791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see the live temperature in °F for every city on your dashboard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109728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Live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5120640" cy="9601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2148840"/>
            <a:ext cx="5120640" cy="502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2240280"/>
            <a:ext cx="4791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Condition &amp; Icon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2578608"/>
            <a:ext cx="4791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see a description and icon for current conditions — sunny, rainy, cloudy, and more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224028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Live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1005840"/>
            <a:ext cx="5577840" cy="5394960"/>
          </a:xfrm>
          <a:prstGeom prst="rect">
            <a:avLst/>
          </a:prstGeom>
          <a:solidFill>
            <a:srgbClr val="F9FAFB"/>
          </a:solidFill>
          <a:ln w="19050">
            <a:solidFill>
              <a:srgbClr val="E5E7EB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217920" y="100584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Lo-fi Mockup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772400" y="1828800"/>
            <a:ext cx="3017520" cy="2560320"/>
          </a:xfrm>
          <a:prstGeom prst="roundRect">
            <a:avLst>
              <a:gd name="adj" fmla="val 5357"/>
            </a:avLst>
          </a:prstGeom>
          <a:solidFill>
            <a:srgbClr val="E5E7EB"/>
          </a:solidFill>
          <a:ln/>
        </p:spPr>
      </p:sp>
      <p:sp>
        <p:nvSpPr>
          <p:cNvPr id="17" name="Text 15"/>
          <p:cNvSpPr/>
          <p:nvPr/>
        </p:nvSpPr>
        <p:spPr>
          <a:xfrm>
            <a:off x="8138160" y="20574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098280" y="21488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72°F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955280" y="2834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sky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🌓  Solar &amp; Moon Tracking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20116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5120640" cy="9601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5120640" cy="5029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097280"/>
            <a:ext cx="4791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Sunrise &amp; Sunset Times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435608"/>
            <a:ext cx="4791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see exactly when the sun rises and sets in each city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109728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Live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5120640" cy="9601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2103120"/>
            <a:ext cx="5120640" cy="5029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2194560"/>
            <a:ext cx="4791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/ Night Indicator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2532888"/>
            <a:ext cx="4791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see at a glance whether it's currently daytime or nighttime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219456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Live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5120640" cy="9601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3200400"/>
            <a:ext cx="5120640" cy="5029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291840"/>
            <a:ext cx="4791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 Phase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" y="3630168"/>
            <a:ext cx="4791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see the current moon phase name, emoji, and illumination 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329184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Live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4297680"/>
            <a:ext cx="5120640" cy="9601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" y="4297680"/>
            <a:ext cx="5120640" cy="5029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" y="4389120"/>
            <a:ext cx="4791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Moon Watch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0352" y="4727448"/>
            <a:ext cx="4791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see days since the last full moon and a countdown to the next one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438912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Live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17920" y="1005840"/>
            <a:ext cx="5577840" cy="5394960"/>
          </a:xfrm>
          <a:prstGeom prst="rect">
            <a:avLst/>
          </a:prstGeom>
          <a:solidFill>
            <a:srgbClr val="F9FAFB"/>
          </a:solidFill>
          <a:ln w="19050">
            <a:solidFill>
              <a:srgbClr val="E5E7EB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217920" y="100584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Lo-fi Mockup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492240" y="1554480"/>
            <a:ext cx="5394960" cy="50292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162763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 Day    ↑ 06:32   ↓ 18:45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2240280"/>
            <a:ext cx="5394960" cy="50292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0" y="231343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🌔  Waxing Gibbous   74%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92240" y="2926080"/>
            <a:ext cx="5394960" cy="50292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299923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full moon: 8 days ago   Next: in 21 days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Personalized Accounts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20116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5120640" cy="9601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5120640" cy="502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097280"/>
            <a:ext cx="4791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Sign-Up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435608"/>
            <a:ext cx="4791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create an account with any email address and a password of your choice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109728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Live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5120640" cy="9601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2148840"/>
            <a:ext cx="5120640" cy="502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2240280"/>
            <a:ext cx="4791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2578608"/>
            <a:ext cx="4791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securely log back in to instantly restore your saved city list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224028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Live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291840"/>
            <a:ext cx="5120640" cy="9601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3291840"/>
            <a:ext cx="5120640" cy="502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383280"/>
            <a:ext cx="4791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Out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" y="3721608"/>
            <a:ext cx="4791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log out at any time to keep your account and data secure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338328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Live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1005840"/>
            <a:ext cx="5577840" cy="5394960"/>
          </a:xfrm>
          <a:prstGeom prst="rect">
            <a:avLst/>
          </a:prstGeom>
          <a:solidFill>
            <a:srgbClr val="F9FAFB"/>
          </a:solidFill>
          <a:ln w="19050">
            <a:solidFill>
              <a:srgbClr val="E5E7EB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217920" y="100584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Lo-fi Mockup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589520" y="1737360"/>
            <a:ext cx="3474720" cy="3200400"/>
          </a:xfrm>
          <a:prstGeom prst="roundRect">
            <a:avLst>
              <a:gd name="adj" fmla="val 514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1920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Clock &amp; Weather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0" y="230428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to your account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818120" y="2743200"/>
            <a:ext cx="2834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09560" y="2816352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B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818120" y="3246120"/>
            <a:ext cx="2834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09560" y="3319272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B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818120" y="3749040"/>
            <a:ext cx="2834640" cy="384048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7818120" y="37673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  City Management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20116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5120640" cy="9601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5120640" cy="5029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097280"/>
            <a:ext cx="4791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Any City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435608"/>
            <a:ext cx="4791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search by name, pick from results, and your city is added instantly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109728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Live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5120640" cy="9601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2148840"/>
            <a:ext cx="5120640" cy="5029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2240280"/>
            <a:ext cx="4791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City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2578608"/>
            <a:ext cx="4791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hover over any city card and click × to remove it from your list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224028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Live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291840"/>
            <a:ext cx="5120640" cy="9601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3291840"/>
            <a:ext cx="5120640" cy="5029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383280"/>
            <a:ext cx="4791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Persistence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" y="3721608"/>
            <a:ext cx="4791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log in from anywhere and find your city list exactly as you left 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338328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Live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1005840"/>
            <a:ext cx="5577840" cy="5394960"/>
          </a:xfrm>
          <a:prstGeom prst="rect">
            <a:avLst/>
          </a:prstGeom>
          <a:solidFill>
            <a:srgbClr val="F9FAFB"/>
          </a:solidFill>
          <a:ln w="19050">
            <a:solidFill>
              <a:srgbClr val="E5E7EB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217920" y="100584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Lo-fi Mockup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583680" y="1645920"/>
            <a:ext cx="1645920" cy="1371600"/>
          </a:xfrm>
          <a:prstGeom prst="roundRect">
            <a:avLst>
              <a:gd name="adj" fmla="val 6667"/>
            </a:avLst>
          </a:prstGeom>
          <a:solidFill>
            <a:srgbClr val="E5E7EB"/>
          </a:solidFill>
          <a:ln/>
        </p:spPr>
      </p:sp>
      <p:sp>
        <p:nvSpPr>
          <p:cNvPr id="22" name="Text 20"/>
          <p:cNvSpPr/>
          <p:nvPr/>
        </p:nvSpPr>
        <p:spPr>
          <a:xfrm>
            <a:off x="790956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03920" y="1645920"/>
            <a:ext cx="1645920" cy="1371600"/>
          </a:xfrm>
          <a:prstGeom prst="roundRect">
            <a:avLst>
              <a:gd name="adj" fmla="val 6667"/>
            </a:avLst>
          </a:prstGeom>
          <a:solidFill>
            <a:srgbClr val="E5E7EB"/>
          </a:solidFill>
          <a:ln/>
        </p:spPr>
      </p:sp>
      <p:sp>
        <p:nvSpPr>
          <p:cNvPr id="24" name="Text 22"/>
          <p:cNvSpPr/>
          <p:nvPr/>
        </p:nvSpPr>
        <p:spPr>
          <a:xfrm>
            <a:off x="982980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424160" y="1645920"/>
            <a:ext cx="1645920" cy="1371600"/>
          </a:xfrm>
          <a:prstGeom prst="roundRect">
            <a:avLst>
              <a:gd name="adj" fmla="val 6667"/>
            </a:avLst>
          </a:prstGeom>
          <a:solidFill>
            <a:srgbClr val="F9FAFB"/>
          </a:solidFill>
          <a:ln w="19050">
            <a:solidFill>
              <a:srgbClr val="E5E7EB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10424160" y="2011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424160" y="2514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city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583680" y="3383280"/>
            <a:ext cx="5394960" cy="2560320"/>
          </a:xfrm>
          <a:prstGeom prst="roundRect">
            <a:avLst>
              <a:gd name="adj" fmla="val 535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0" y="3611880"/>
            <a:ext cx="5029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3630168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B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city…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766560" y="4160520"/>
            <a:ext cx="5029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4178808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Tokyo, JP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766560" y="4599432"/>
            <a:ext cx="5029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461772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Toronto, CA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Assistant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201168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5120640" cy="9601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5120640" cy="5029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097280"/>
            <a:ext cx="4791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Weather Questions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435608"/>
            <a:ext cx="4791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ask "Which city is warmest right now?" and get an instant answer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109728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Live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5120640" cy="9601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2148840"/>
            <a:ext cx="5120640" cy="5029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2240280"/>
            <a:ext cx="4791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 Cities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2578608"/>
            <a:ext cx="4791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ask "Show me Asian cities" and the matching cards are highlighted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224028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Live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291840"/>
            <a:ext cx="5120640" cy="9601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3291840"/>
            <a:ext cx="5120640" cy="5029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383280"/>
            <a:ext cx="4791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Summary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" y="3721608"/>
            <a:ext cx="4791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get a one-sentence summary comparing conditions across all your cities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338328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Live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1005840"/>
            <a:ext cx="5577840" cy="5394960"/>
          </a:xfrm>
          <a:prstGeom prst="rect">
            <a:avLst/>
          </a:prstGeom>
          <a:solidFill>
            <a:srgbClr val="F9FAFB"/>
          </a:solidFill>
          <a:ln w="19050">
            <a:solidFill>
              <a:srgbClr val="E5E7EB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217920" y="100584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Lo-fi Mockup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492240" y="1554480"/>
            <a:ext cx="5394960" cy="4389120"/>
          </a:xfrm>
          <a:prstGeom prst="roundRect">
            <a:avLst>
              <a:gd name="adj" fmla="val 3125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1737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Weather Assistant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686800" y="2286000"/>
            <a:ext cx="2926080" cy="502920"/>
          </a:xfrm>
          <a:prstGeom prst="roundRect">
            <a:avLst>
              <a:gd name="adj" fmla="val 21818"/>
            </a:avLst>
          </a:pr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8732520" y="232257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city is warmest?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675120" y="3017520"/>
            <a:ext cx="347472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3054096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is the warmest at 88°F with partly cloudy skies.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675120" y="5303520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532180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B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the weather…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0835640" y="5303520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6366F1"/>
          </a:solidFill>
          <a:ln/>
        </p:spPr>
      </p:sp>
      <p:sp>
        <p:nvSpPr>
          <p:cNvPr id="30" name="Text 28"/>
          <p:cNvSpPr/>
          <p:nvPr/>
        </p:nvSpPr>
        <p:spPr>
          <a:xfrm>
            <a:off x="10835640" y="532180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2801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608076" y="1463040"/>
            <a:ext cx="2011680" cy="2560320"/>
          </a:xfrm>
          <a:prstGeom prst="roundRect">
            <a:avLst>
              <a:gd name="adj" fmla="val 6818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608076" y="1463040"/>
            <a:ext cx="201168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08076" y="22860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8076" y="28803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48356" y="1463040"/>
            <a:ext cx="2011680" cy="2560320"/>
          </a:xfrm>
          <a:prstGeom prst="roundRect">
            <a:avLst>
              <a:gd name="adj" fmla="val 6818"/>
            </a:avLst>
          </a:prstGeom>
          <a:solidFill>
            <a:srgbClr val="F3F4F6"/>
          </a:solidFill>
          <a:ln/>
        </p:spPr>
      </p:sp>
      <p:sp>
        <p:nvSpPr>
          <p:cNvPr id="9" name="Shape 7"/>
          <p:cNvSpPr/>
          <p:nvPr/>
        </p:nvSpPr>
        <p:spPr>
          <a:xfrm>
            <a:off x="2848356" y="1463040"/>
            <a:ext cx="201168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2848356" y="22860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48356" y="28803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database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88636" y="1463040"/>
            <a:ext cx="2011680" cy="2560320"/>
          </a:xfrm>
          <a:prstGeom prst="roundRect">
            <a:avLst>
              <a:gd name="adj" fmla="val 6818"/>
            </a:avLst>
          </a:prstGeom>
          <a:solidFill>
            <a:srgbClr val="F3F4F6"/>
          </a:solidFill>
          <a:ln/>
        </p:spPr>
      </p:sp>
      <p:sp>
        <p:nvSpPr>
          <p:cNvPr id="13" name="Shape 11"/>
          <p:cNvSpPr/>
          <p:nvPr/>
        </p:nvSpPr>
        <p:spPr>
          <a:xfrm>
            <a:off x="5088636" y="1463040"/>
            <a:ext cx="2011680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5088636" y="22860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88636" y="28803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28916" y="1463040"/>
            <a:ext cx="2011680" cy="2560320"/>
          </a:xfrm>
          <a:prstGeom prst="roundRect">
            <a:avLst>
              <a:gd name="adj" fmla="val 6818"/>
            </a:avLst>
          </a:prstGeom>
          <a:solidFill>
            <a:srgbClr val="F3F4F6"/>
          </a:solidFill>
          <a:ln/>
        </p:spPr>
      </p:sp>
      <p:sp>
        <p:nvSpPr>
          <p:cNvPr id="17" name="Shape 15"/>
          <p:cNvSpPr/>
          <p:nvPr/>
        </p:nvSpPr>
        <p:spPr>
          <a:xfrm>
            <a:off x="7328916" y="1463040"/>
            <a:ext cx="201168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7328916" y="22860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OpenWeatherMap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28916" y="28803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data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569196" y="1463040"/>
            <a:ext cx="2011680" cy="2560320"/>
          </a:xfrm>
          <a:prstGeom prst="roundRect">
            <a:avLst>
              <a:gd name="adj" fmla="val 6818"/>
            </a:avLst>
          </a:prstGeom>
          <a:solidFill>
            <a:srgbClr val="F3F4F6"/>
          </a:solidFill>
          <a:ln/>
        </p:spPr>
      </p:sp>
      <p:sp>
        <p:nvSpPr>
          <p:cNvPr id="21" name="Shape 19"/>
          <p:cNvSpPr/>
          <p:nvPr/>
        </p:nvSpPr>
        <p:spPr>
          <a:xfrm>
            <a:off x="9569196" y="1463040"/>
            <a:ext cx="2011680" cy="640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9569196" y="22860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SunCalc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569196" y="28803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&amp; moon data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2026-03-10T04:22:42Z</dcterms:created>
  <dcterms:modified xsi:type="dcterms:W3CDTF">2026-03-10T04:22:42Z</dcterms:modified>
</cp:coreProperties>
</file>